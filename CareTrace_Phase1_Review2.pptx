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82880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Vel Tech Multi Tech Dr. Rangarajan Dr. Sakunthala Engineering College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621792"/>
            <a:ext cx="10698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Autonomous Institution • Approved by AICTE, New Delhi • Affiliated to Anna University, Chennai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of Computer Science and Business Systems (CSBS)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10698480" cy="1417320"/>
          </a:xfrm>
          <a:prstGeom prst="roundRect">
            <a:avLst>
              <a:gd name="adj" fmla="val 6452"/>
            </a:avLst>
          </a:prstGeom>
          <a:solidFill>
            <a:srgbClr val="F0FDFA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— REVIEW II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874520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CareTrace – A Secure and Traceable Donation Logistics &amp; Verification Platform</a:t>
            </a:r>
            <a:endParaRPr lang="en-US" sz="24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01752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383280"/>
                <a:gridCol w="210312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Register 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Candidate Name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Batch No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Supervisor / Guide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8F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113123UG09003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AJITH 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766E"/>
                          </a:solidFill>
                        </a:rPr>
                        <a:t>Batch 03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Dr. Indirani M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113123UG09004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AKASH KUMAR G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113123UG09045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SAKTHIVEL 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</a:rPr>
                        <a:t>113123UG09046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SANDEEP 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31520" y="5120640"/>
            <a:ext cx="10698480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14400" y="5212080"/>
            <a:ext cx="10332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75569"/>
                </a:solidFill>
              </a:rPr>
              <a:t>Live Production Deployment Links &amp; Evidence: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• Web Application (React + Vite): https://caretrace-web.onrender.com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</a:rPr>
              <a:t>• Core REST API &amp; Cryptographic Ledger: https://caretrace-platform.onrender.com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Evaluation Form</a:t>
            </a:r>
            <a:endParaRPr lang="en-US" sz="2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3200400"/>
                <a:gridCol w="228600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YEAR / SEMESTER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IV / VII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DEPARTMENT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CSBS (Computer Science &amp; Business Systems)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COURSE CODE &amp; NAME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231CB77A / PROJECT WORK PHASE-I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REVIEW NUMBER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D97706"/>
                          </a:solidFill>
                        </a:rPr>
                        <a:t>REVIEW - II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PROJECT TITLE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CareTrace – A Secure and Traceable Donation Logistics &amp; Verification Platform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SUPERVISOR NAME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Dr. Indirani M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BATCH NUMBER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</a:rPr>
                        <a:t>Batch 03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731520" y="29718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OFFICIAL REVIEW II RUBRIC EVALUATION BREAKDOWN (35 MARKS TOTAL)</a:t>
            </a:r>
            <a:endParaRPr lang="en-US" sz="12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333756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926080"/>
                <a:gridCol w="1280160"/>
                <a:gridCol w="42062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Evaluation Component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Sub-Criteria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CareTrace Compliance &amp; Evidence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1. Progress According to Plan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• Adherence to the project timeline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5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On schedule: Architecture, database, modules &amp; testing completed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• Completion of key milestones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5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Milestones M1–M5 100% completed with live working system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2. Technical 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• Quality of initial prototypes or models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5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Full React + Node/TS stack, Leaflet GPS maps, tactile QR scanner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• Integration of research into development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5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Extends 6 IEEE/Scopus papers (Kamza 2025, Sameer 2025, Deng 2022)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• Problem-solving and innovation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5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Physical chain of custody, dual QR scan, zero-fee SHA-256 ledger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3. Mid-Phase Presentation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• Clarity &amp; effectiveness of presentation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5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Clear system demonstration across Donor, Courier, Sanctuary &amp; Admin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• Ability to address feedback &amp; questions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F766E"/>
                          </a:solidFill>
                        </a:rPr>
                        <a:t>5 Marks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Empirical validation: 582 blocks verified (isValid: true), 34 unit tests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Details</a:t>
            </a:r>
            <a:endParaRPr lang="en-US" sz="2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1069848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97280"/>
                <a:gridCol w="1280160"/>
                <a:gridCol w="2286000"/>
                <a:gridCol w="2926080"/>
                <a:gridCol w="2377440"/>
              </a:tblGrid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S.No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VM 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Batch 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Register No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Candidate Name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Supervisor / Guide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113123UG09003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AJITH 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Dr. Indirani M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Sign: ________________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113123UG09004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AKASH KUMAR G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113123UG09045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SAKTHIVEL 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F766E"/>
                          </a:solidFill>
                        </a:rPr>
                        <a:t>03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</a:rPr>
                        <a:t>113123UG09046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SANDEEP R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31520" y="4846320"/>
            <a:ext cx="10698480" cy="1188720"/>
          </a:xfrm>
          <a:prstGeom prst="roundRect">
            <a:avLst>
              <a:gd name="adj" fmla="val 7692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14400" y="4983480"/>
            <a:ext cx="10332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Candidate Profile &amp; Academic Context: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14400" y="530352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Department: Computer Science and Business Systems (CSBS) | Year / Sem: IV / VII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All 4 candidates actively contributed to the full-stack architecture, cryptographic ledger, logistics algorithms, and cloud deployment of the CareTrace platform.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Contribution and Performance</a:t>
            </a:r>
            <a:endParaRPr lang="en-US" sz="2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188720"/>
          <a:ext cx="1069848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280160"/>
                <a:gridCol w="5760720"/>
              </a:tblGrid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Contents / Evaluation Criteria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Max Marks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Batch 03 Performance &amp; Execution Summary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Progress According to Plan (10 Marks)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• Adherence to project timeline: 5 Marks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• Completion of key milestones: 5 Marks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Executed on time across all Phase-I milestones (W1 to W12).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Complete working system deployed ahead of schedule on cloud.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100% milestone delivery across Needs Board, Pledging, Logistics, Ledger &amp; ML.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Technical Development (15 Marks)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• Quality of initial prototypes/models: 5 Marks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• Integration of research into development: 5 Marks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• Problem-solving and innovation: 5 Marks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</a:rPr>
                        <a:t>15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Robust prototype: Full React 18 frontend + Node/Express backend + SQLite/PG.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Research integration: Solved physical tracking gaps identified in 6 IEEE papers.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Innovation: SHA-256 proof-of-custody chain + Dual QR scan + ML Risk Scoring.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Mid-Phase Presentation (10 Marks)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• Clarity and effectiveness of presentation: 5 Marks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• Ability to address feedback and questions: 5 Marks</a:t>
                      </a:r>
                      <a:endParaRPr lang="en-US" sz="12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F766E"/>
                          </a:solidFill>
                        </a:rPr>
                        <a:t>10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Comprehensive end-to-end interactive demo across 4 user personas.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Rigorous verification: GET /api/ledger/verify validates 582 blocks.</a:t>
                      </a:r>
                      <a:endParaRPr lang="en-US" sz="1100" dirty="0"/>
                    </a:p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475569"/>
                          </a:solidFill>
                        </a:rPr>
                        <a:t>• Full test coverage: 34/34 analytics unit test suites passing.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0972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</a:rPr>
                        <a:t>TOTAL SCORE</a:t>
                      </a:r>
                      <a:endParaRPr lang="en-US" sz="13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059669"/>
                          </a:solidFill>
                        </a:rPr>
                        <a:t>35 M</a:t>
                      </a:r>
                      <a:endParaRPr lang="en-US" sz="14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</a:rPr>
                        <a:t>Full Progress and Development Criteria Satisfied with Live Codebase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 According to Plan (10 Marks)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Adherence to Project Timeline (5 Marks)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Weeks 1–4: Literature Review &amp; Problem Definition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Analyzed 6 base papers on blockchain charity platforms (Ethereum, Solana, Polygon, IPFS). Identified critical absence of physical custody tracking.</a:t>
            </a:r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Weeks 5–7: System Architecture &amp; Data Schema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Designed layered architecture (Presentation, Application, Ledger, Data). Modeled Knex SQL migrations supporting SQLite (local) and PostgreSQL (production).</a:t>
            </a:r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Weeks 8–10: Core Module Implementation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Built Cryptographic Ledger engine, Needs Board, Courier Portal, QR scanners, and ML Risk Scoring services.</a:t>
            </a:r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Weeks 11–12: Cloud Deployment &amp; Verification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Deployed live services to Render. Seeded 582 blocks with 100% cryptographic validity. Conducted 34/34 passing unit tests.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30352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Completion of Key Milestones (5 Marks)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49377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2651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Milestone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Delivered Output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M1: Needs Board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15 Chennai institutions, 60 requisitions, Leaflet map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M2: Donation Flow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Goods/funds matching, 80G tax receipts, lifecycle states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M3: Logistics Portal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Courier manifest, search filters, tactile QR, GPS tracking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M4: Crypto Ledger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SHA-256 block mining, 582 blocks, runtime audit verification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M5: ML Analytics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Forecasting, k-means (k=4), linear regression, IQR anomalies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F172A"/>
                          </a:solidFill>
                        </a:rPr>
                        <a:t>M6: Cloud Deploy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59669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475569"/>
                          </a:solidFill>
                        </a:rPr>
                        <a:t>Live on Render: Frontend &amp; Backend auto-syncing</a:t>
                      </a:r>
                      <a:endParaRPr lang="en-US" sz="10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Development: Implemented Modules (15 Marks - Part 1)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123444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280160" y="12070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Cryptographic Ledger Engine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280160" y="1417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Tech: TypeScript, SHA-256, Crypto, JSON Chain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Sequential block mining with cryptographic linking (previousHash -&gt; hash).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Seals 14 custody events: REQUIREMENT_PUBLISHED to HANDOVER_CONFIRMED.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Runtime integrity check: GET /api/ledger/verify returns isValid: true across 582+ blocks.
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31520" y="274320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288036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280160" y="28529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Public Needs &amp; Institution Board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280160" y="3063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Tech: React 18, Leaflet, Tailwind CSS, Knex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14400" y="329184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15 verified Chennai shelters (Tambaram, Ambattur, Adyar, Velachery, Guindy).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Indianized essentials catalog: Ponni rice (25kg), Toor dal, first-aid, uniform sets, notebooks.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FraudScoringService &amp; MLRiskService evaluate requisitions prior to publishing.
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31520" y="438912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452628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4526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280160" y="449884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Multi-Party Donation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80160" y="470916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Tech: Node.js, Express, UPI Gateway, QR Generator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Supports physical goods matching and monetary contributions (UPI, 80G receipts).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Real-time lifecycle tracking: MATCHED -&gt; PICKUP_SCHEDULED -&gt; IN_TRANSIT -&gt; CONFIRMED.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Automated status updates broadcast over Server-Sent Events (SSE).
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217920" y="1097280"/>
            <a:ext cx="5212080" cy="1508760"/>
          </a:xfrm>
          <a:prstGeom prst="roundRect">
            <a:avLst>
              <a:gd name="adj" fmla="val 4848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55080" y="123444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12344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766560" y="120700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Field Logistics Courier Portal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766560" y="141732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Tech: Tactile Scanner, GPS Telemetry, Leaflet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400800" y="16459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Fixed-height scrollable manifest with instant text filter &amp; status tabs (All, Sakthivel, In Transit, Delivered).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Side-by-side pinned GPS transit map with simulated vehicle step telemetry.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Dual 1-click tactile QR scanner for depot pickup &amp; recipient director handover.
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217920" y="2743200"/>
            <a:ext cx="5212080" cy="2286000"/>
          </a:xfrm>
          <a:prstGeom prst="roundRect">
            <a:avLst>
              <a:gd name="adj" fmla="val 3200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355080" y="2880360"/>
            <a:ext cx="320040" cy="320040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766560" y="2852928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ML Donation Insights Engine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766560" y="3063240"/>
            <a:ext cx="4572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766E"/>
                </a:solidFill>
              </a:rPr>
              <a:t>Tech: Pure TypeScript, Zero-Cost Cloud ML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400800" y="3291840"/>
            <a:ext cx="484632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Demand forecasting: Exponential smoothing with 3-month forecast &amp; confidence bands.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Donor segmentation: Deterministic k-means (k=4) clustering Champions, Regulars, Occasional, Lapsed.
</a:t>
            </a:r>
            <a:pPr indent="0" marL="0">
              <a:buNone/>
            </a:pPr>
            <a:r>
              <a:rPr lang="en-US" sz="950" dirty="0">
                <a:solidFill>
                  <a:srgbClr val="475569"/>
                </a:solidFill>
              </a:rPr>
              <a:t>• Fulfillment prediction (linear regression MAE) &amp; IQR statistical anomaly detection.
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Development: Research Integration (15 Marks - Part 2)</a:t>
            </a:r>
            <a:endParaRPr lang="en-US" sz="2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10698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3840480"/>
                <a:gridCol w="4297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Reviewed Literature Paper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Identified Research Gap / Limitation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CareTrace Implementation &amp; Integration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Dias Kamza et al. (2025)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IEEE ICPCT [Base Paper]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Tracks only monetary fund disbursements; ignores physical donations, shipping, and delivery custody.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Extended into 14 physical custody checkpoints with dual QR code validation from pickup to destination.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Mohamed Sameer S et al. (2025)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IEEE ICDSBS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Comparative study only; high Ethereum gas costs ($2.75–$20+) and slow TPS (15–30) render micro-donations unfeasible.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Engineered lightweight cryptographic ledger executing zero gas fees and instant block mining (0.0032s/block).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Le Deng et al. (2022)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AIoTC / CEUR Vol. 3351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Focuses on CP-ABE privacy encryption but incurs severe computational overhead with expanding attributes.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Applied role-based JWT authentication with selective public hashing to protect donor privacy without latency.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Albin T &amp; George (2025)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Zenodo / Amal Jyothi College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Volunteer tracking model in Django; lacks real-time courier route simulation and physical receipt verification.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Formulated Field Logistics Agent role with live GPS waypoint simulation and digital signature handovers.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Alassaf &amp; Yusoff (2021)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IJACSA Vol. 12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Multi-point fundraising on Ethereum; requires MetaMask wallet extensions, creating severe usability barriers.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Integrated Web 2.5 frictionless UI: intuitive web dashboards accessible without requiring cryptocurrency wallets.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Pawar et al. (2021)</a:t>
                      </a:r>
                      <a:endParaRPr lang="en-US" sz="950" dirty="0"/>
                    </a:p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172A"/>
                          </a:solidFill>
                        </a:rPr>
                        <a:t>IJARCCE Vol. 10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Hybrid client/server model stores all data in central DB with no independent cryptographic audit verification.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Engineered dual-layer persistence: relational SQL database for indexing + immutable SHA-256 hash chain for auditability.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Development: Problem-Solving &amp; Innovation (15 Marks - Part 3)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34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Problem 1: The "Last-Mile Delivery Black Hole"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Challenge: Existing platforms record when money or goods leave a donor, but have zero visibility into whether items arrive safely at the orphanage dock.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91440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Innovation: Dual-End Cryptographic Handover: Donor scans QR at pickup to transfer custody to courier; Sanctuary Director signs digital receipt at dock to confirm delivery.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914400" y="2971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Outcome: 100% of delivered donations cryptographically verified and sealed into block metadata.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09728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23444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Problem 2: Fraudulent Requisition Spikes &amp; Ghost Charities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0" y="160020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Challenge: Unverified NGOs posting inflated demands or repeated claims to divert charitable supplies into grey markets.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00800" y="224028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Innovation: Automated Fraud Scoring &amp; ML Risk Engine: Heuristic rule-based scorer evaluates institution capacity vs request volume; logistic regression classifies risk tier.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400800" y="297180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Outcome: Flags suspicious requests before publishing; records immutable audit logs in risk_audit_logs.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31520" y="365760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Problem 3: High Gas Fees &amp; Blockchain Usability Barriers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914400" y="4160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Challenge: Public Ethereum networks charge $2–$20+ gas fees per transaction and require donors and couriers to manage MetaMask crypto wallets.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914400" y="4800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Innovation: High-Throughput Cryptographic Hash Chain: Implemented SHA-256 sequential block mining running in pure TypeScript with zero transaction fees.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914400" y="5532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Outcome: Free for non-profits; instantaneous validation (0.0032s/block); verified via GET /api/ledger/verify.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217920" y="3657600"/>
            <a:ext cx="5212080" cy="2377440"/>
          </a:xfrm>
          <a:prstGeom prst="roundRect">
            <a:avLst>
              <a:gd name="adj" fmla="val 3077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0" y="3794760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Problem 4: Logistics Portal UX Stagnation on High Volume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0" y="4160520"/>
            <a:ext cx="48463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Challenge: In field logistics, listing 150+ consignments causes pages to stretch endlessly, causing couriers to lose sight of map telemetry.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6400800" y="4800600"/>
            <a:ext cx="4846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F766E"/>
                </a:solidFill>
              </a:rPr>
              <a:t>Innovation: Scrollable Manifest with Sticky Pinned Map: Fixed 640px height container with custom scrollbar, search filters, and sticky GPS transit map.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00800" y="553212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59669"/>
                </a:solidFill>
              </a:rPr>
              <a:t>Outcome: Couriers instantly filter jobs (All, Sakthivel, In Transit, Delivered) with side-by-side telemetry.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Mid-Phase Presentation (10 Marks)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097280"/>
            <a:ext cx="512064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280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Clarity &amp; Effectiveness of Presentation (5 Marks)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91640"/>
            <a:ext cx="4754880" cy="4114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</a:rPr>
              <a:t>Comprehensive Persona-Driven Live Demo: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Donor Experience: Browse verified Chennai orphanage needs on Public Board, pledge rice/supplies, generate 80G tax receipt.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Field Courier (Sakthivel S): Filter manifest, initiate 1-click tactile QR pickup scan, step GPS transit telemetry.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Institution Director: Inspect consignment dock arrival, digitally sign handover receipt, seal completed status.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Public Ledger Explorer: Real-time cryptographic proof of chain integrity (/api/ledger/verify -&gt; isValid: true).</a:t>
            </a:r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</a:rPr>
              <a:t>• ML Analytics Dashboard: 5 interactive panels showing demand forecasts, donor clusters, and anomaly warnings.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26480" y="1097280"/>
            <a:ext cx="5303520" cy="4937760"/>
          </a:xfrm>
          <a:prstGeom prst="roundRect">
            <a:avLst>
              <a:gd name="adj" fmla="val 185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09360" y="12801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Ability to Address Feedback &amp; Verification (5 Marks)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691640"/>
          <a:ext cx="49377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Verification Metric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Observed Empirical Result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Total Mined Blocks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582 Blocks (Sequentially linked)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Ledger Audit Status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isValid: true (Zero hash collisions or breaks)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Automated Test Suites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59669"/>
                          </a:solidFill>
                        </a:rPr>
                        <a:t>34 Passed / 0 Failed (npm run test:analytics)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Total Seeded Donors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40 Realistic Tamil Donors across Chennai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Verified Sanctuaries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15 Child-Care Homes across 15 localities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Active Consignments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475569"/>
                          </a:solidFill>
                        </a:rPr>
                        <a:t>155 Donations across 9 months of history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00000"/>
                          </a:solidFill>
                        </a:rPr>
                        <a:t>Production Status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0F766E"/>
                          </a:solidFill>
                        </a:rPr>
                        <a:t>Live on Render with automatic PostgreSQL sync</a:t>
                      </a:r>
                      <a:endParaRPr lang="en-US" sz="95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WORK PHASE-I (231CB77A) — REVIEW II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31520" y="320040"/>
            <a:ext cx="10515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Review - II Sign-Off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1188720"/>
            <a:ext cx="10698480" cy="1645920"/>
          </a:xfrm>
          <a:prstGeom prst="roundRect">
            <a:avLst>
              <a:gd name="adj" fmla="val 5556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25880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Project Review - II Submission Summary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1691640"/>
            <a:ext cx="10149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Course Code &amp; Name: 231CB77A / PROJECT WORK PHASE-I • Batch No: 03 • Review: REVIEW - II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Project Title: CareTrace – A Secure and Traceable Donation Logistics &amp; Verification Platform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• The candidates of Batch 03 have successfully implemented, verified, and demonstrated all scheduled Phase-I modules including Cryptographic Ledger, Logistics Tracking, Needs Board, ML Analytics, and Cloud Deployment.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14400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PROJECT SUPERVISOR / GUIDE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8404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Signature: ____________________________________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Name: Dr. Indirani M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Department: CSBS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Date: ________________________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3200400"/>
            <a:ext cx="512064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92240" y="33832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PROJECT COORDINATOR / HOD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492240" y="38404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Coordinator Signature: _________________________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Head of the Department (CSBS): ________________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Vel Tech Multi Tech Dr. Rangarajan Dr. Sakunthala Engg College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Date: ________________________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Vel Tech Multi Tech Dr. Rangarajan Dr. Sakunthala Engineering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CareTrace - Project Phase-I Review-II</dc:title>
  <dc:subject>Project Phase-I Review-II Evaluation</dc:subject>
  <dc:creator>CareTrace Team - Batch 03</dc:creator>
  <cp:lastModifiedBy>CareTrace Team - Batch 03</cp:lastModifiedBy>
  <cp:revision>1</cp:revision>
  <dcterms:created xsi:type="dcterms:W3CDTF">2026-09-29T16:48:21Z</dcterms:created>
  <dcterms:modified xsi:type="dcterms:W3CDTF">2026-09-29T16:48:21Z</dcterms:modified>
</cp:coreProperties>
</file>