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503C36-9E84-FD3B-AF81-7AE5AD752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89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Abstract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60248" y="5888334"/>
            <a:ext cx="1162242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Goal: Close the gap between “a donation was recorded” and “a donation actually arrived and was used.”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51CFE-B634-7177-B6D2-2179B1FC9192}"/>
              </a:ext>
            </a:extLst>
          </p:cNvPr>
          <p:cNvSpPr txBox="1"/>
          <p:nvPr/>
        </p:nvSpPr>
        <p:spPr>
          <a:xfrm>
            <a:off x="640081" y="923025"/>
            <a:ext cx="11091671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Donors have no reliable way to verify whether physical donations actually reach the intended institution and are used properly.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Gap: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donation platforms focus on payments or listings, but do not track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pickup, transportation, and delivery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physical goods.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CareTrace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 each donation throughout its complete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of custody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from verified requirements and donor matching to pickup, delivery, and confirmed handover.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Institution verification, donation matching, QR-based Donation IDs, logistics tracking, blockchain records, and a transparency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0984599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just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Donation to orphanages typically happens informally — a donor identifies a need (often assumed, not confirmed) and hands over goods directly or through an intermediary.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Donors receive little to no confirmation that a donation arrived intact, reached the right hands, or matched what the institution actually required.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Existing digital platforms solve only the payment or listing problem; none manage verified pickup, tracked transport, and confirmed handover.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CareTrace is proposed as an end-to-end donation logistics and verification platform that closes this gap — behaving like a tracked courier shipment for every physical donation.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Existing System — Literature Review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780706"/>
              </p:ext>
            </p:extLst>
          </p:nvPr>
        </p:nvGraphicFramePr>
        <p:xfrm>
          <a:off x="548640" y="1143000"/>
          <a:ext cx="11064240" cy="5120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Work</a:t>
                      </a:r>
                      <a:endParaRPr lang="en-US" sz="2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Approach</a:t>
                      </a:r>
                      <a:endParaRPr lang="en-US" sz="2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Key Disadvantage</a:t>
                      </a:r>
                      <a:endParaRPr lang="en-US" sz="24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Kamza et al., 2025 (Base Paper)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Smart-contract based charity system for fund transparency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Only monetary transparency — no pickup/delivery tracking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Sameer S et al., 2025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Comparative study of blockchain platforms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No actual end-to-end system proposed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Zhang et al., 2023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Blockchain traceability with donor/recipient modules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Tracks only transaction records, not physical goods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Deng et al., 2022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Blockchain + IPFS privacy protection, CP-ABE encryption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No physical tracking; encryption overhead grows with attributes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Albin T &amp; George, 2025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Blockchain volunteer &amp; donation management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Custom non-public chain; no proof of delivery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Pawar et al., 2021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Hybrid client/server blockchain tracking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Not fully decentralised; only fund transfers tracked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Alassaf &amp; Yusoff, 2021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Multi-point fundraising Dapp on Ethereum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imes New Roman" panose="02020603050405020304" pitchFamily="34" charset="0"/>
                          <a:ea typeface="Times New Roman" panose="02020603050405020304" pitchFamily="34" charset="-122"/>
                          <a:cs typeface="Times New Roman" panose="02020603050405020304" pitchFamily="34" charset="-120"/>
                        </a:rPr>
                        <a:t>Governs only fund release; needs MetaMask wallet</a:t>
                      </a:r>
                      <a:endParaRPr lang="en-US" sz="1800" dirty="0">
                        <a:latin typeface="Times New Roman" panose="02020603050405020304" pitchFamily="34" charset="0"/>
                        <a:ea typeface="Times New Roman" panose="02020603050405020304" pitchFamily="34" charset="0"/>
                        <a:cs typeface="Times New Roman" panose="020206030504050203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CareTrace – A Secure and Traceable Donation Logistics &amp; Verification Platform</a:t>
            </a:r>
            <a:endParaRPr lang="en-US" sz="900" dirty="0"/>
          </a:p>
        </p:txBody>
      </p:sp>
      <p:sp>
        <p:nvSpPr>
          <p:cNvPr id="3" name="Text 2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4358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64514"/>
            <a:ext cx="11091672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just">
              <a:spcAft>
                <a:spcPts val="1200"/>
              </a:spcAft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32EB2C-C4AD-26FE-F2DA-05FA2F1F4940}"/>
              </a:ext>
            </a:extLst>
          </p:cNvPr>
          <p:cNvSpPr txBox="1"/>
          <p:nvPr/>
        </p:nvSpPr>
        <p:spPr>
          <a:xfrm>
            <a:off x="411480" y="146045"/>
            <a:ext cx="11091672" cy="667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the seven reviewed works, a common limitation is that existing systems focus mainly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and digital records rather than the physical movement of donated goods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pickup verification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 confirmation that goods were collected.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transport tracking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 tracking after pickup until delivery.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delivery confirmation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 proof of receipt by the correct institution.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blockchain 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Blockchain tracks funds/metadata, not physical goods.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Centralisation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Some systems still rely on central databases.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barriers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Wallet-based systems may be difficult for non-technical users.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requirement verification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Institution requests are not verified before publication.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Proposed System — Objectives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39" y="1234440"/>
            <a:ext cx="10434209" cy="502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Allow verified institutions to publish genuine, authenticated requirements.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Match donor contributions (money or physical products) to published requirements.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Provide a verified pickup service with a unique Donation ID / QR for every item.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Track transport from pickup to delivery and digitally confirm receipt by staff.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Record checkpoints on a blockchain ledger so the chain of custody cannot be altered.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6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Detect fraud or risk signals such as repeated pickup/delivery mismatches.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CareTrace – A Secure and Traceable Donation Logistics &amp; Verification Platform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0164" y="914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Advantages Over Existing Systems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C053AD-2A71-760E-AF35-A6A2F348B2E5}"/>
              </a:ext>
            </a:extLst>
          </p:cNvPr>
          <p:cNvSpPr txBox="1"/>
          <p:nvPr/>
        </p:nvSpPr>
        <p:spPr>
          <a:xfrm>
            <a:off x="460248" y="822960"/>
            <a:ext cx="11731752" cy="5617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system provides several improvements over existing donation platforms: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Requirements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Institution requirements are verified before they are published, ensuring genuine donation needs.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Chain of Custody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Each donation is assigned a unique ID/QR code and scanned during pickup and delivery.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Logistics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Pickup, transportation, and delivery tracking are built directly into the platform.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Confirmation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Donors receive delivery status and proof that the donation reached the intended institution.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Tamper-Resistant Records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Important donation checkpoints are stored on the blockchain, making records difficult to alter.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D0D678-4A19-29C0-9E31-24D13396414A}"/>
              </a:ext>
            </a:extLst>
          </p:cNvPr>
          <p:cNvSpPr txBox="1"/>
          <p:nvPr/>
        </p:nvSpPr>
        <p:spPr>
          <a:xfrm>
            <a:off x="659253" y="1237104"/>
            <a:ext cx="10843899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each layer performs a specific function: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Provides the user interface using React.js, dashboards, and visualizations.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Handles the main system operations such as institution management, donation matching, and pickup APIs using Django REST Framework.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&amp; Matching Layer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Verifies requirements, matches donations with institutions, and generates QR codes.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Layer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Uses Solidity smart contracts to securely record donation and custody transactions.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Uses PostgreSQL to store user profiles, requirements, and other application data.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Layer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Uses Docker Compose for easy deployment and supports optional cloud hosting.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9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632E7AE-8963-EA07-6A23-1079E862A8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61" b="14060"/>
          <a:stretch>
            <a:fillRect/>
          </a:stretch>
        </p:blipFill>
        <p:spPr>
          <a:xfrm>
            <a:off x="548640" y="1551039"/>
            <a:ext cx="11356258" cy="40926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719128-40D4-9D11-0E69-E800F7552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49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spcAft>
                <a:spcPts val="9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[1] D. Kamza et al., "Design and Development of Charity System Model based on Blockchain Technology," Proc. IEEE ICPCT, 2025. (Base Paper)</a:t>
            </a:r>
            <a:endParaRPr lang="en-US" sz="2000" dirty="0"/>
          </a:p>
          <a:p>
            <a:pPr marL="0" indent="0" algn="just">
              <a:spcAft>
                <a:spcPts val="9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[2] M. Sameer S et al., "Comparative Analysis of Blockchain Platforms for Charitable Donation," Proc. IEEE ICDSBS, 2025.</a:t>
            </a:r>
            <a:endParaRPr lang="en-US" sz="2000" dirty="0"/>
          </a:p>
          <a:p>
            <a:pPr marL="0" indent="0" algn="just">
              <a:spcAft>
                <a:spcPts val="9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[3] J. Zhang et al., "Design and Implementation of Donation Information Traceability System Based on Blockchain," 2023.</a:t>
            </a:r>
            <a:endParaRPr lang="en-US" sz="2000" dirty="0"/>
          </a:p>
          <a:p>
            <a:pPr marL="0" indent="0" algn="just">
              <a:spcAft>
                <a:spcPts val="9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[4] L. Deng, S. Liu, H. Xu, W. Wang, W. Yang, "Blockchain-Based Charitable Donation Privacy Protection Scheme," AIoTC 2022, CEUR Vol. 3351, pp. 76-85.</a:t>
            </a:r>
            <a:endParaRPr lang="en-US" sz="2000" dirty="0"/>
          </a:p>
          <a:p>
            <a:pPr marL="0" indent="0" algn="just">
              <a:spcAft>
                <a:spcPts val="9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[5] Albin T, S. Shiju George, "Blockchain-Based Volunteer and Donation Management System," Amal Jyothi College of Engineering, DOI: 10.5281/zenodo.15363322, 2025.</a:t>
            </a:r>
            <a:endParaRPr lang="en-US" sz="2000" dirty="0"/>
          </a:p>
          <a:p>
            <a:pPr marL="0" indent="0" algn="just">
              <a:spcAft>
                <a:spcPts val="9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[6] P. Pawar, G. Rajukar, N. Gaikwad, A. Bute, S. Kirve, "Tracking Donations of Charitable Foundations Using Blockchain Technology," IJARCCE, Vol. 10, Issue 5, pp. 308-310, 2021.</a:t>
            </a:r>
            <a:endParaRPr lang="en-US" sz="2000" dirty="0"/>
          </a:p>
          <a:p>
            <a:pPr marL="0" indent="0" algn="just">
              <a:spcAft>
                <a:spcPts val="9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[7] A. O. A. K. Alassaf, F. H. Yusoff, "Multi-point Fundraising and Distribution via Blockchain," IJACSA, Vol. 12, No. 7, pp. 475-486, 2021.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CareTrace – A Secure and Traceable Donation Logistics &amp; Verification Platform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9113D-58D5-DF87-FF11-56E06472C663}"/>
              </a:ext>
            </a:extLst>
          </p:cNvPr>
          <p:cNvSpPr txBox="1"/>
          <p:nvPr/>
        </p:nvSpPr>
        <p:spPr>
          <a:xfrm>
            <a:off x="2399070" y="3575189"/>
            <a:ext cx="8740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CareTrace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Every Donation. Every Journey. Every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1128</Words>
  <Application>Microsoft Office PowerPoint</Application>
  <PresentationFormat>Widescreen</PresentationFormat>
  <Paragraphs>101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Sandeep R</cp:lastModifiedBy>
  <cp:revision>5</cp:revision>
  <dcterms:created xsi:type="dcterms:W3CDTF">2026-09-01T14:41:00Z</dcterms:created>
  <dcterms:modified xsi:type="dcterms:W3CDTF">2026-09-01T16:41:02Z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89DB0C246D7F4C8792E7922621923A54_13</vt:lpwstr>
  </property>
</Properties>
</file>