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Vel Tech Multi Tech Dr. Rangarajan Dr. Sakunthala Engineering College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Autonomous Institution • Approved by AICTE, New Delhi • Affiliated to Anna University, Chennai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Alamathi Road, Avadi, Chennai - 600062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9445752" cy="182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COMPUTER SCIENCE AND BUSINESS SYSTEMS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BACHELOR OF TECHNOLOGY (B.TECH)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444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WORK PHASE-I — REVIEW II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CareTrace – A Secure and Traceable Donation Logistics &amp; Verification Platform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3520440"/>
          <a:ext cx="944575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1645920"/>
                <a:gridCol w="2770632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Register No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Candidate Name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Batch No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Supervisor / Project Guide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113123UG09003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AJITH 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Batch 03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Dr. Indirani 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Assistant Professor / CSBS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113123UG09004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AKASH KUMAR G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113123UG09045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SAKTHIVEL 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113123UG09046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SANDEEP 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30936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Production Deployments: Web App: https://caretrace-web.onrender.com  |  Core API: https://caretrace-platform.onrender.com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Evaluation Form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263640"/>
            <a:ext cx="11091672" cy="13716"/>
          </a:xfrm>
          <a:prstGeom prst="rect">
            <a:avLst/>
          </a:prstGeom>
          <a:solidFill>
            <a:srgbClr val="D6DCE5"/>
          </a:solidFill>
          <a:ln w="635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CareTrace – A Secure and Traceable Donation Logistics &amp; Verification 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327648"/>
            <a:ext cx="1124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286000"/>
                <a:gridCol w="33192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YEAR / SEMESTER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IV / VII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DEPARTMENT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Computer Science and Business Systems (CSBS)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COURSE CODE / NAME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231CB77A / PROJECT WORK PHASE-I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REVIEW NUMBER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4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REVIEW - II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PROJECT TITLE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CareTrace – A Secure and Traceable Donation Logistics &amp; Verification Platform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SUPERVISOR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Dr. Indirani M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BATCH NUMBER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Batch 03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27432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OFFICIAL REVIEW II EVALUATION CRITERIA (PROGRESS &amp; DEVELOPMENT - 35 MARKS)</a:t>
            </a:r>
            <a:endParaRPr lang="en-US" sz="125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1280160"/>
                <a:gridCol w="4782312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Evaluation Component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Sub-Criteria as per Format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Max Marks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CareTrace Status &amp; Evidence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Progress According to Plan (10 Marks)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Adherence to the project timeline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 Marks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Strict adherence to W1–W12 schedule; core modules executed on time.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Completion of key milestones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 Marks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Needs Board, Logistics Portal, Cryptographic Ledger, and ML all completed.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Technical Development (15 Marks)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Quality of initial prototypes or models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 Marks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Full-stack working app (React 18 + Node.js/TS + Knex SQLite/PostgreSQL).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Integration of research into development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 Marks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Bridges physical custody gaps from 6 literature papers (Kamza 2025 base paper).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Problem-solving and innovation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 Marks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Dual-scan QR verification, zero-gas SHA-256 block mining, automated fraud scoring.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Mid-Phase Presentation (10 Marks)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Clarity &amp; effectiveness of presentation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 Marks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Clear walkthrough of Donor, Courier, Shelter Director, and Auditor workflows.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Ability to address feedback &amp; questions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 Marks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582 blocks verified (isValid: true); 34 automated ML unit tests passing.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Candidate Details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263640"/>
            <a:ext cx="11091672" cy="13716"/>
          </a:xfrm>
          <a:prstGeom prst="rect">
            <a:avLst/>
          </a:prstGeom>
          <a:solidFill>
            <a:srgbClr val="D6DCE5"/>
          </a:solidFill>
          <a:ln w="635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CareTrace – A Secure and Traceable Donation Logistics &amp; Verification 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327648"/>
            <a:ext cx="1124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280160"/>
                <a:gridCol w="2286000"/>
                <a:gridCol w="3108960"/>
                <a:gridCol w="2587752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S.No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VM No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Batch No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Register No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Candidate Name(s)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Supervisor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Batch 03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113123UG09003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AJITH R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Dr. Indirani M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Sign: ________________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Batch 03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113123UG09004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AKASH KUMAR G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Batch 03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113123UG09045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SAKTHIVEL 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Batch 03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113123UG09046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SANDEEP R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4206240"/>
            <a:ext cx="110916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Candidate Program &amp; Institution Context: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Degree / Branch: Bachelor of Technology (B.Tech) in Computer Science and Business Systems (CSBS)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Year / Semester: IV Year / VII Semester | Academic Year: 2026
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Collaborative Project Work: All four candidates of Batch 03 worked jointly across all Phase-I project components including requirement engineering, cryptographic ledger implementation, courier routing algorithms, and cloud deployment on Render.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Candidate Contribution and Performance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263640"/>
            <a:ext cx="11091672" cy="13716"/>
          </a:xfrm>
          <a:prstGeom prst="rect">
            <a:avLst/>
          </a:prstGeom>
          <a:solidFill>
            <a:srgbClr val="D6DCE5"/>
          </a:solidFill>
          <a:ln w="635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CareTrace – A Secure and Traceable Donation Logistics &amp; Verification 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327648"/>
            <a:ext cx="1124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188720"/>
                <a:gridCol w="642823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Contents / Evaluation Criteria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Max Marks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Batch 03 Joint Contribution &amp; Project Evidence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Progress According to Plan (10 Marks)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Adherence to project timeline (5M)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Completion of key milestones (5M)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 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100% adherence to planned 12-week Phase-I schedule without delays.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All scheduled milestones delivered: Needs Board, Courier Dispatch, Cryptographic Ledger, and Machine Learning modules are fully operational.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Complete working system deployed live on Render cloud ahead of Review II.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Technical Development (15 Marks)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Quality of initial prototypes/models (5M)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Integration of research into development (5M)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Problem-solving and innovation (5M)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 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Prototype Quality: React 18 frontend + Node/Express backend + SQLite/PG Knex engine.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Research Integration: Extended 6 literature papers; resolved the lack of physical tracking in Kamza et al. (Base Paper) and high gas fees in Sameer et al.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Innovation: SHA-256 block mining, dual tactile QR code scanning, and 5 pure-TS ML analytics models.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Mid-Phase Presentation (10 Marks)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Clarity &amp; effectiveness of presentation (5M)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Ability to address feedback &amp; questions (5M)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 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End-to-end interactive demonstration across Donor, Courier, Shelter, and Public Auditor.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Rigorous verification: GET /api/ledger/verify confirms 582 blocks with zero broken links.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Test Coverage: 34 out of 34 automated unit test suites passing.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(PROGRESS AND DEVELOPMENT)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35 M</a:t>
                      </a:r>
                      <a:endParaRPr lang="en-US" sz="13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All criteria satisfied with running code, live cloud URL, and cryptographic proofs.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 According to Plan (10 Marks)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263640"/>
            <a:ext cx="11091672" cy="13716"/>
          </a:xfrm>
          <a:prstGeom prst="rect">
            <a:avLst/>
          </a:prstGeom>
          <a:solidFill>
            <a:srgbClr val="D6DCE5"/>
          </a:solidFill>
          <a:ln w="635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CareTrace – A Secure and Traceable Donation Logistics &amp; Verification 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327648"/>
            <a:ext cx="1124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Adherence to the Project Timeline (5 Marks)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Weeks 1–4: Literature Review &amp; Problem Formulation
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Analyzed 6 base papers on blockchain charity systems (Ethereum, Solana, Polygon, IPFS). Identified critical absence of physical custody tracking.
</a:t>
            </a:r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Weeks 5–7: System Architecture &amp; Database Modeling
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Designed 4-tier architecture (Presentation, Application, Ledger, Data). Modeled Knex SQL migrations supporting SQLite (local) and PostgreSQL (production).
</a:t>
            </a:r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Weeks 8–10: Core Module Implementation &amp; Testing
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Developed Cryptographic Ledger engine, Public Needs Board, Field Courier Portal with tactile QR scanners, and ML Risk Scoring services.
</a:t>
            </a:r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Weeks 11–12: Cloud Deployment &amp; Audit Verification
</a:t>
            </a:r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Deployed live services to Render. Seeded 582 blocks with 100% cryptographic validity. Conducted 34/34 passing unit tests.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Completion of Key Milestones (5 Marks)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50876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822960"/>
                <a:gridCol w="3017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Milestone / Deliverable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Status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Implemented Execution Output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M1: Needs Board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 Chennai shelters, 60 verified requisitions, Leaflet map.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M2: Donation Flow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Physical goods and monetary matching, 80G tax receipt generation.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M3: Logistics Portal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Scrollable manifest, search filters, dual tactile QR scanners, GPS route.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M4: Cryptographic Ledger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Sequential SHA-256 block mining; 582 blocks audited with isValid: true.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M5: ML Analytics Engine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Demand forecasting, k-means (k=4), linear regression, IQR anomalies.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M6: Cloud Deployment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Production live on Render (caretrace-web &amp; caretrace-platform).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Development: Implemented Modules (15 Marks - Part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263640"/>
            <a:ext cx="11091672" cy="13716"/>
          </a:xfrm>
          <a:prstGeom prst="rect">
            <a:avLst/>
          </a:prstGeom>
          <a:solidFill>
            <a:srgbClr val="D6DCE5"/>
          </a:solidFill>
          <a:ln w="635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CareTrace – A Secure and Traceable Donation Logistics &amp; Verification 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327648"/>
            <a:ext cx="1124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Implemented &amp; Executed Modules in CareTrace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468880"/>
                <a:gridCol w="6336792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Module Name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Implementation Technology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Executed Functionality &amp; Engineering Specifications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 Cryptographic Ledger Engine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Node.js, TypeScript, Crypto (SHA-256), JSON Ledger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Mined 582 cryptographic blocks in strict chronological sequence.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Seals 14 custody events (REQUIREMENT_PUBLISHED to HANDOVER_CONFIRMED).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Runtime audit endpoint GET /api/ledger/verify returns isValid: true.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 Public Needs Board &amp; Verification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React 18, Leaflet Map, Tailwind, Knex Layer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15 verified Chennai shelters (Tambaram, Ambattur, Adyar, Velachery, Guindy).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Essential requisitions: Boiled rice sacks (25kg), monthly groceries, used dresses, first-aid, notebooks.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Automated FraudScoringService evaluates requisition volume vs shelter capacity.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 Multi-Party Pledging &amp; Matching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Express REST API, QR Service, SSE Stream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Matches physical goods &amp; monetary pledges with 80G tax receipt generation.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Automatic lifecycle state progression: MATCHED -&gt; IN_TRANSIT -&gt; CONFIRMED.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Real-time notification broadcast via Server-Sent Events (SSE).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 Field Logistics Courier Portal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Tactile QR Scanner, Leaflet Telemetry, CSS Scroll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Fixed-height scrollable manifest with search filter &amp; status tabs (All, Sakthivel, In Transit, Delivered).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Pinned side-by-side GPS route map with step simulation.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Dual 1-click tactile QR scanning at donor pickup and orphanage handover dock.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5. Machine Learning Insights Engine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Pure TypeScript ML (Zero-cost cloud compute)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Demand forecasting: Exponential smoothing with 3-month forecast &amp; confidence bands.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Donor segmentation: Deterministic k-means (k=4) clustering Champions, Regulars, Occasional, Lapsed.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Fulfillment linear regression (MAE error metric) &amp; IQR statistical anomaly detection.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Development: Research Integration (15 Marks - Part 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263640"/>
            <a:ext cx="11091672" cy="13716"/>
          </a:xfrm>
          <a:prstGeom prst="rect">
            <a:avLst/>
          </a:prstGeom>
          <a:solidFill>
            <a:srgbClr val="D6DCE5"/>
          </a:solidFill>
          <a:ln w="635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CareTrace – A Secure and Traceable Donation Logistics &amp; Verification 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327648"/>
            <a:ext cx="1124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931920"/>
                <a:gridCol w="46908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Literature Paper Reference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Identified Research Gap / Literature Limitation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CareTrace Implementation &amp; Integration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Dias Kamza et al. (2025)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IEEE ICPCT [Base Paper]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Smart contract charity model; tracks only fiat/cryptocurrency fund transfers; ignores physical goods donations and shipping custody.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Extended smart contract concepts into a 14-checkpoint physical chain of custody with dual QR code validation from pickup to destination.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Mohamed Sameer S et al. (2025)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IEEE ICDSBS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Comparative study only; high Ethereum gas costs ($2.75–$20+) and slow TPS (15–30) render micro-donations unfeasible.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Engineered lightweight cryptographic ledger executing zero gas fees and instant block mining (0.0032s/block).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Le Deng et al. (2022)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AIoTC / CEUR Vol. 3351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Focuses on CP-ABE privacy encryption but incurs severe computational overhead with expanding user attributes.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Applied role-based JWT authentication with selective public hashing to protect donor privacy without latency.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Albin T &amp; George (2025)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Zenodo / Amal Jyothi College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Volunteer tracking model in Django; lacks real-time courier route simulation and physical receipt verification.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Formulated Field Logistics Agent role with live GPS waypoint simulation and digital signature handovers.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Alassaf &amp; Yusoff (2021)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IJACSA Vol. 12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Multi-point fundraising on Ethereum; requires MetaMask wallet extensions, creating severe usability barriers for ordinary users.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Integrated Web 2.5 frictionless UI: intuitive web dashboards accessible without requiring cryptocurrency wallets.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Pawar et al. (2021)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IJARCCE Vol. 10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Hybrid client/server model stores all data in central DB with no independent cryptographic audit verification.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Engineered dual-layer persistence: relational SQL database for indexing + immutable SHA-256 hash chain for auditability.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Development: Problem-Solving &amp; Innovation (15 Marks - Part 3)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263640"/>
            <a:ext cx="11091672" cy="13716"/>
          </a:xfrm>
          <a:prstGeom prst="rect">
            <a:avLst/>
          </a:prstGeom>
          <a:solidFill>
            <a:srgbClr val="D6DCE5"/>
          </a:solidFill>
          <a:ln w="635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CareTrace – A Secure and Traceable Donation Logistics &amp; Verification 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327648"/>
            <a:ext cx="1124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023360"/>
                <a:gridCol w="3776472"/>
              </a:tblGrid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Domain Challenge / Problem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CareTrace Technical Innovation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Validation &amp; Engineering Outcome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1. The "Last-Mile Delivery Black Hole"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Existing platforms track money leaving donors but have zero visibility into whether physical supplies reach the orphanage.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Dual-End Cryptographic Handover: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Donor scans QR code at pickup to verify initial custody transfer to courier.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Institution Director provides digital signature at dock to confirm delivery.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100% of delivered donations cryptographically verified and permanently sealed into block metadata with GPS coordinates.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2. Requisition Fraud &amp; Inflated Needs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Unverified NGOs posting inflated demands or repeated claims to divert charitable supplies into grey markets.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Automated Fraud Scoring &amp; ML Risk Engine: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Heuristic rule-based scorer evaluates home capacity vs request volume.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Logistic regression classifies risk tier prior to publishing on public board.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Suspicious requests are flagged as PENDING or HIGH_RISK; immutable audit trail recorded in risk_audit_logs.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3. Gas Fees &amp; Usability Barriers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Public Ethereum networks charge $2–$20+ gas fees per transaction and require donors and couriers to manage MetaMask crypto wallets.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Zero-Gas SHA-256 Block Mining Engine: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Implemented cryptographic hash chaining in pure TypeScript.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Runs zero-cost on cloud; web-standard responsive UI for ordinary users.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Free for non-profits; instantaneous validation (0.0032s/block); verified via GET /api/ledger/verify.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4. Logistics Portal UI Stagnation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Listing 150+ consignments in field logistics causes pages to stretch endlessly, causing couriers to lose sight of map telemetry.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Scrollable Manifest with Sticky Pinned Map: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Fixed 640px height scrollable container with search filter &amp; status tabs.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• Pinned side-by-side Leaflet GPS transit map with step simulation.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9595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Couriers easily navigate jobs (All, Sakthivel, In Transit, Delivered) with simultaneous real-time route visibility.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Mid-Phase Presentation (10 Marks)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263640"/>
            <a:ext cx="11091672" cy="13716"/>
          </a:xfrm>
          <a:prstGeom prst="rect">
            <a:avLst/>
          </a:prstGeom>
          <a:solidFill>
            <a:srgbClr val="D6DCE5"/>
          </a:solidFill>
          <a:ln w="635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CareTrace – A Secure and Traceable Donation Logistics &amp; Verification 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327648"/>
            <a:ext cx="1124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Clarity &amp; Effectiveness of Presentation (5 Marks)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530352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Structured Multi-Persona Demonstration: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Donor Portal: Seamless browsing of verified orphanage needs on Public Needs Board; physical item pledging and monetary UPI flow with 80G tax receipt.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Field Logistics Portal (Courier Sakthivel S): Interactive courier manifest with instant search filter; 1-click tactile QR scanning at donor pickup; GPS transit telemetry.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Institution Reception: Inspection of arrived consignment at shelter dock; digital signature handover confirmation.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Public Ledger Explorer: Real-time public audit demonstrating hash-chain verification (GET /api/ledger/verify returns isValid: true across 582 blocks).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ML Analytics Dashboard: 5 interactive panels showing demand forecasts, donor clusters, delivery time predictions, and IQR anomaly alerts.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26480" y="1143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Ability to Address Feedback &amp; Verification (5 Marks)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50876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Empirical Verification Metric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Observed System Result / Benchmark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Total Mined Ledger Blocks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582 Blocks (Sequentially mined in chronological order)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Cryptographic Audit Verification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isValid: true (Zero broken links or hash tampering)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Automated Test Suites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59669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34 Passed / 0 Failed (npm run test:analytics)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Seeded Donors &amp; Institutions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 Realistic Tamil Donors &amp; 15 Chennai Child-Care Homes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Historical Consignments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155 Donations spanning 9 months of operational history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Production Cloud Deployment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Render Live: caretrace-web &amp; caretrace-platform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Database Engine Support</a:t>
                      </a:r>
                      <a:endParaRPr lang="en-US" sz="10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Dual Knex Layer: SQLite (Local) + PostgreSQL (Production)</a:t>
                      </a:r>
                      <a:endParaRPr lang="en-US" sz="1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Review - II Sign-Off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182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263640"/>
            <a:ext cx="11091672" cy="13716"/>
          </a:xfrm>
          <a:prstGeom prst="rect">
            <a:avLst/>
          </a:prstGeom>
          <a:solidFill>
            <a:srgbClr val="D6DCE5"/>
          </a:solidFill>
          <a:ln w="635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3276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CareTrace – A Secure and Traceable Donation Logistics &amp; Verification Platform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515600" y="6327648"/>
            <a:ext cx="11247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286000"/>
                <a:gridCol w="331927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COURSE CODE / NAME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231CB77A / PROJECT WORK PHASE-I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BATCH NO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Batch 03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PROJECT TITLE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CareTrace – A Secure and Traceable Donation Logistics &amp; Verification Platform</a:t>
                      </a:r>
                      <a:endParaRPr lang="en-US" sz="115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REVIEW STAGE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44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REVIEW - II (35 Marks Total)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3864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ACADEMIC YEAR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2025 – 2026 (IV Year / VII Sem)</a:t>
                      </a:r>
                      <a:endParaRPr lang="en-US" sz="11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2926080"/>
            <a:ext cx="5303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108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SUPERVISOR / PROJECT GUIDE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1520" y="352044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Signature: _____________________________________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Name: Dr. Indirani M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Designation: Assistant Professor / CSBS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Date: ________________________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309360" y="2926080"/>
            <a:ext cx="530352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92240" y="3108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COORDINATOR / HOD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92240" y="352044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Coordinator: _____________________________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 of the Department: _________________________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CSBS, Vel Tech Multi Tech</a:t>
            </a:r>
            <a:endParaRPr lang="en-US" sz="1150" dirty="0"/>
          </a:p>
          <a:p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Date: ________________________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Vel Tech Multi Tech Dr. Rangarajan Dr. Sakunthala Engineering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CareTrace - Review II</dc:title>
  <dc:subject>Project Phase-I Review-II</dc:subject>
  <dc:creator>CareTrace Team - Batch 03</dc:creator>
  <cp:lastModifiedBy>CareTrace Team - Batch 03</cp:lastModifiedBy>
  <cp:revision>1</cp:revision>
  <dcterms:created xsi:type="dcterms:W3CDTF">2026-10-05T13:49:33Z</dcterms:created>
  <dcterms:modified xsi:type="dcterms:W3CDTF">2026-10-05T13:49:33Z</dcterms:modified>
</cp:coreProperties>
</file>